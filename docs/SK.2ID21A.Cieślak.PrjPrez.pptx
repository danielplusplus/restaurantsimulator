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CFCF12-CAD9-4F49-91FD-5FAF7E6331C1}">
  <a:tblStyle styleId="{54CFCF12-CAD9-4F49-91FD-5FAF7E6331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Symula</a:t>
            </a:r>
            <a:r>
              <a:rPr b="1"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tor</a:t>
            </a: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48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Restauracji z keln</a:t>
            </a:r>
            <a:r>
              <a:rPr b="1" lang="en-US" sz="480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erami</a:t>
            </a:r>
            <a:endParaRPr sz="80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516260"/>
            <a:ext cx="11049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Projekt: Symulacja komputerowa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293441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Autor: Daniel Cieślak | Grupa 2ID21A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1181100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Wprowadzenie i Cel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276475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Analiza systemów dynamicznych w środowisku C++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2237"/>
            <a:ext cx="523875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62237"/>
            <a:ext cx="523875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BADAWCZY I DEFINICJE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3052762"/>
            <a:ext cx="468058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Symulacja Komputerowa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3700462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Metoda badawcza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odwzorowująca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rzeczywisty system w środowisku cyfrowym. Pozwala na przewidywanie skutków zmian bez ingerencji w fizyczny obiekt.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72275" y="3052762"/>
            <a:ext cx="468058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System Restauracji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72275" y="3700462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Zbiór dynamicznych podsystemów (klienci, personel, stoliki) współdziałających w czasie rzeczywistym pod wpływem zdarzeń losowych.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2675"/>
            <a:ext cx="3492549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52675"/>
            <a:ext cx="3492549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52675"/>
            <a:ext cx="3492549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TECHNOLOG</a:t>
            </a:r>
            <a:r>
              <a:rPr lang="en-US" sz="3300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IE UŻYTE W</a:t>
            </a:r>
            <a:r>
              <a:rPr b="0" i="0" lang="en-US" sz="330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PROJEK</a:t>
            </a:r>
            <a:r>
              <a:rPr lang="en-US" sz="3300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CIE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95350" y="3286125"/>
            <a:ext cx="30270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Język C++17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95350" y="3810000"/>
            <a:ext cx="28829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Wysoka wydajność, zarządzanie pamięcią oraz wsparcie dla programowania obiektowego i modularnej architektury.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673649" y="3286125"/>
            <a:ext cx="30270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Biblioteka SFML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673649" y="3810000"/>
            <a:ext cx="2883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Renderowanie 2D w czasie rzeczywistym, obsługa animacji, zdarzeń wejścia i dźwięku w wersji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451949" y="3286125"/>
            <a:ext cx="30270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Dystrybucja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451949" y="3810000"/>
            <a:ext cx="28829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CMake do automatyzacji budowy oraz NSIS do generowania instalatorów dla systemu Windows.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5350" y="26765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3649" y="26765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1949" y="2676525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1785937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ARCHITEKTURA SYSTEMU</a:t>
            </a:r>
            <a:endParaRPr/>
          </a:p>
        </p:txBody>
      </p:sp>
      <p:pic>
        <p:nvPicPr>
          <p:cNvPr id="133" name="Google Shape;133;p17" title="st.png"/>
          <p:cNvPicPr preferRelativeResize="0"/>
          <p:nvPr/>
        </p:nvPicPr>
        <p:blipFill rotWithShape="1">
          <a:blip r:embed="rId5">
            <a:alphaModFix/>
          </a:blip>
          <a:srcRect b="12246" l="0" r="0" t="12254"/>
          <a:stretch/>
        </p:blipFill>
        <p:spPr>
          <a:xfrm>
            <a:off x="1057275" y="1795462"/>
            <a:ext cx="4267200" cy="426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34" name="Google Shape;134;p17"/>
          <p:cNvSpPr txBox="1"/>
          <p:nvPr/>
        </p:nvSpPr>
        <p:spPr>
          <a:xfrm>
            <a:off x="6381750" y="2386012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Podział Funkcjonalny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762750" y="29956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CharactersManager: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Logika i cykl życia wszystkich postaci.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762750" y="35385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TablesManager: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Koordynacja zajętości i rotacji stolików.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762750" y="40814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DishesManager: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Obsługa zamówień i stanów potraw.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762750" y="46243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Game &amp; Scenes: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Główna pętla i zarządzanie stanami aplikacji.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03847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58140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1243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4667250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13096075" y="823350"/>
            <a:ext cx="930000" cy="930000"/>
          </a:xfrm>
          <a:prstGeom prst="round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MODELOWANIE LOSOWOŚCI</a:t>
            </a:r>
            <a:endParaRPr/>
          </a:p>
        </p:txBody>
      </p:sp>
      <p:graphicFrame>
        <p:nvGraphicFramePr>
          <p:cNvPr id="150" name="Google Shape;150;p18"/>
          <p:cNvGraphicFramePr/>
          <p:nvPr/>
        </p:nvGraphicFramePr>
        <p:xfrm>
          <a:off x="571500" y="2543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{54CFCF12-CAD9-4F49-91FD-5FAF7E6331C1}</a:tableStyleId>
              </a:tblPr>
              <a:tblGrid>
                <a:gridCol w="2102050"/>
                <a:gridCol w="4434925"/>
                <a:gridCol w="4512025"/>
              </a:tblGrid>
              <a:tr h="55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DD4B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2DD4B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Użyty Rozkład </a:t>
                      </a:r>
                      <a:r>
                        <a:rPr b="1" i="0" lang="en-US" sz="1650" u="none" cap="none" strike="noStrike">
                          <a:solidFill>
                            <a:srgbClr val="2DD4B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Prawdopodobieństwa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DD4B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Zastosowanie w modelu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Przyjścia klientów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Wykładniczy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Modelowanie czasu między kolejnymi gośćmi.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Czas jedzenia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Log-normalny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Wartości dodatnie z tzw. "prawym ogonem".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Czas gotowania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Gamma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Suma kilku etapów przygotowania potrawy.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Obsługa stolika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Poissona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Liczba drobnych czynności kelnera.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title="simulation_screen.png"/>
          <p:cNvPicPr preferRelativeResize="0"/>
          <p:nvPr/>
        </p:nvPicPr>
        <p:blipFill rotWithShape="1">
          <a:blip r:embed="rId4">
            <a:alphaModFix/>
          </a:blip>
          <a:srcRect b="9449" l="0" r="0" t="9449"/>
          <a:stretch/>
        </p:blipFill>
        <p:spPr>
          <a:xfrm>
            <a:off x="6381750" y="2238375"/>
            <a:ext cx="5238749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WIZUALIZACJA SYMULACJI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71500" y="2238375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Interfejs Użytkownika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288607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Aplikacja wykorzystuje atrakcyjną grafikę 2D w stylu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pixelart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co pozwala na intuicyjne monitorowanie statystyk w czasie rzeczywistym: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952500" y="39909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Odliczanie czasu pozostałego do końca.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952500" y="45339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Dynamiczny mnożnik prędkości symulacji.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952500" y="50768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Zapis statystyk końcowych do pliku tekstowego.</a:t>
            </a:r>
            <a:endParaRPr/>
          </a:p>
        </p:txBody>
      </p:sp>
      <p:pic>
        <p:nvPicPr>
          <p:cNvPr descr="image.png"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909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88" y="45339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13" y="507683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WYDAJNOŚĆ VS LICZBA KUCHARZY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295275" y="2238375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Średnia liczba obsłużonych klientów (Symulacja 60 min)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512445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Dane wskazują na skokowy wzrost wydajności przy optymalizacji personelu </a:t>
            </a:r>
            <a:r>
              <a:rPr i="1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restauracji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ANALIZA REZYGNACJI KLIENTÓW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KLUCZOWE WNIOSKI BIZNESOWE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571500" y="3005137"/>
            <a:ext cx="3600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0.2</a:t>
            </a:r>
            <a:r>
              <a:rPr b="1" lang="en-US" sz="1000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 sz="100"/>
          </a:p>
        </p:txBody>
      </p:sp>
      <p:sp>
        <p:nvSpPr>
          <p:cNvPr id="189" name="Google Shape;189;p22"/>
          <p:cNvSpPr txBox="1"/>
          <p:nvPr/>
        </p:nvSpPr>
        <p:spPr>
          <a:xfrm>
            <a:off x="571500" y="4529137"/>
            <a:ext cx="3600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Minimalna rezygnacja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4743450" y="2805112"/>
            <a:ext cx="72209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Wąskie gardło: Personel Sali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4743450" y="3452812"/>
            <a:ext cx="68770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Analiza wykazała, że inwestycja w kucharzy bez odpowiedniej obsady kelnerskiej jest nieefektywna. Kelner pełni rolę "wentyla bezpieczeństwa" - bez sprawnego sprzątania naczyń i obsługi, moce kuchni pozostają niewykorzystane.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4743450" y="4557712"/>
            <a:ext cx="6877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Dodatkowo </a:t>
            </a: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ięcej stolików 2-osobowych poprawia rotację bardziej niż mniej duż</a:t>
            </a: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ych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stoł</a:t>
            </a: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ów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295200" y="296730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Dziękuję za uwagę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