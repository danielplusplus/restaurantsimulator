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DM Sans Medium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19" Type="http://schemas.openxmlformats.org/officeDocument/2006/relationships/font" Target="fonts/DMSansMedium-boldItalic.fntdata"/><Relationship Id="rId18" Type="http://schemas.openxmlformats.org/officeDocument/2006/relationships/font" Target="fonts/DM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5.jpg"/><Relationship Id="rId7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4.jpg"/><Relationship Id="rId6" Type="http://schemas.openxmlformats.org/officeDocument/2006/relationships/image" Target="../media/image2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052762" y="1712565"/>
            <a:ext cx="6086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POLITECHNIKA ŚWIĘTOKRZYSKA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83750" y="2140075"/>
            <a:ext cx="88245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Symulacja restauracj</a:t>
            </a:r>
            <a:r>
              <a:rPr b="1" i="0" lang="en-US" sz="4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b="1" i="0" lang="en-US" sz="45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z kelnerami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3865215"/>
            <a:ext cx="9525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052762" y="4189065"/>
            <a:ext cx="608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Prezentacja z przedmiotu </a:t>
            </a:r>
            <a:r>
              <a:rPr b="0" i="1" lang="en-US" sz="18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Symulacja komputerowa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052762" y="4935735"/>
            <a:ext cx="6086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Autor: Daniel Cieślak | Grupa 2ID21A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169443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Czym jest symulacja?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702843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Technika umożliwiająca odwzorowanie rzeczywistego systemu za pomocą modelu komputerowego. Pozwala na analizę zachowań w różnych scenariuszach bez ingerencji w żywy organizm restauracji.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34125" y="3169443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Obszar analizy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5125" y="3664743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Zarządzanie personelem i ich wydajnością.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15125" y="4112418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Organizacja przestrzeni i przepływu gości.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15125" y="4560093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Efektywność obsługi zamówień.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15125" y="5007768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Testowanie strategii operacyjnych.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70760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15528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60295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5050631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1014561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Wprowadzenie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168131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31331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3031331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3031331"/>
            <a:ext cx="3492549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2440781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Restauracja to system nieliniowy składający się z wielu komponentów, których interakcje generują zmienność wyników: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" y="4136231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Zasoby Ludzkie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14400" y="4669631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Kelnerzy, kucharze, obsługa zaplecza i ich indywidualna wydajność pracy.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92699" y="4136231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Zmienne Czasowe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92699" y="4669631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Czas oczekiwania na stolik, czas przyjmowania zamówienia, czas gotowania.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70999" y="4136231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Logistyka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70999" y="4669631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Przepływ informacji od kelnera do kuchni i dostarczenie gotowego posiłku.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42185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342185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3421856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1014561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Złożoność Modelu Restauracji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168131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516981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Wyznaczanie obsady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3050381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Symulacja pomaga odpowiedzieć na pytanie: "Ilu kelnerów jest potrzebnych na zmianie?". Modelowanie pozwala na: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52500" y="3850481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Analizę wpływu liczby pracowników na poziom satysfakcji gości.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52500" y="4602956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Dostosowanie personelu do pory dnia (godziny szczytu) i dni tygodnia.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52500" y="5355431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Minimalizację kosztów pracy przy zachowaniu standardów obsługi.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9334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581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39829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1014561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Zarządzanie personelem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68131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8887" y="2619713"/>
            <a:ext cx="5276851" cy="288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4106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83631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6334125" y="2640806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Od zamówienia do podania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334125" y="3174206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 obejmuje cały łańcuch produkcji posiłku. Dzięki symulacji można zweryfikować: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15125" y="3974306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Wąskie gardła w procesie przygotowania dań.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715125" y="4421981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Przewidywane zmiany w czasie oczekiwania przy zmianie menu.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15125" y="5174456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Optymalną liczbę kucharzy na poszczególnych sekcjach.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01716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46484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5217318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1014561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Czas oczekiwania na jedzenie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168131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8356"/>
            <a:ext cx="5286375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88356"/>
            <a:ext cx="5286375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914400" y="4602956"/>
            <a:ext cx="48306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Arena Software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14400" y="5136356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Standard w modelowaniu procesów dyskretnych. Idealna do analizy przepływu gości i kolejek.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677025" y="4602956"/>
            <a:ext cx="48306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Simio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677025" y="5136356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Narzędzie 3D pozwalające na modelowanie złożonych systemów logistycznych wewnątrz kuchni.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1014561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Przykłady programów do symulacji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168131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6900" y="2475375"/>
            <a:ext cx="3515573" cy="188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8033" y="2440775"/>
            <a:ext cx="3358592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6105"/>
            <a:ext cx="528637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677025" y="4450705"/>
            <a:ext cx="48306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FlexSim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77025" y="4984105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Skoncentrowany na wizualizacji 3D, ułatwia zrozumienie logistyki poruszania się personelu po sali.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869305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Przykłady programów do symulacji</a:t>
            </a:r>
            <a:endParaRPr b="1" sz="3300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71500" y="153605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6105"/>
            <a:ext cx="528637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914400" y="4450705"/>
            <a:ext cx="483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0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AnyLogic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14400" y="4984105"/>
            <a:ext cx="4600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Wykorzystuje modelowanie agentowe. Pozwala na symulację autonomicznych zachowań klientów i kelnerów oraz ich interakcji.</a:t>
            </a:r>
            <a:endParaRPr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6" name="Google Shape;19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375" y="2288525"/>
            <a:ext cx="3481529" cy="189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6188" y="2283763"/>
            <a:ext cx="3362254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333500" y="3359943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Wsparcie decyzji: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Symulacja eliminuje zgadywanie w zarządzaniu operacyjnym.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333500" y="3807618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Efektywność kosztowa: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Pozwala na redukcję kosztów personelu bez obniżania jakości.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333500" y="4255293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Zadowolenie klienta: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Skrócenie czasu oczekiwania bezpośrednio przekłada się na lojalność gości.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333500" y="4702968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Elastyczność: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Możliwość testowania "co jeśli" przed wprowadzeniem zmian w rzeczywistości.</a:t>
            </a:r>
            <a:endParaRPr/>
          </a:p>
        </p:txBody>
      </p:sp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40280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85048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29815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745831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71500" y="1014561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Podsumowanie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168131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3165633" y="2886065"/>
            <a:ext cx="586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Dziękuję za uwagę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5619750" y="3933815"/>
            <a:ext cx="9525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952500" y="3114018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Jabłoński, J., Zieliński, P. (2017).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1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Symulacja procesów logistycznych i produkcyjnych w systemach informacyjnych.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Warszawa: PWN.</a:t>
            </a:r>
            <a:endParaRPr sz="1200"/>
          </a:p>
        </p:txBody>
      </p:sp>
      <p:sp>
        <p:nvSpPr>
          <p:cNvPr id="229" name="Google Shape;229;p22"/>
          <p:cNvSpPr txBox="1"/>
          <p:nvPr/>
        </p:nvSpPr>
        <p:spPr>
          <a:xfrm>
            <a:off x="952500" y="3562806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Zdanowicz, R. (2007).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1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Modelowanie i symulacja procesów produkcyjnych.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Gliwice: Wydawnictwo Politechniki Śląskiej.</a:t>
            </a:r>
            <a:endParaRPr sz="1200"/>
          </a:p>
        </p:txBody>
      </p:sp>
      <p:sp>
        <p:nvSpPr>
          <p:cNvPr id="230" name="Google Shape;230;p22"/>
          <p:cNvSpPr txBox="1"/>
          <p:nvPr/>
        </p:nvSpPr>
        <p:spPr>
          <a:xfrm>
            <a:off x="952500" y="4011568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Tarapata, Z. (2015).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1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Modelowanie i symulacja systemów.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Warszawa: WAT.</a:t>
            </a:r>
            <a:endParaRPr sz="1100"/>
          </a:p>
        </p:txBody>
      </p:sp>
      <p:pic>
        <p:nvPicPr>
          <p:cNvPr descr="image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0753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5520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02881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571500" y="1014561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Literatura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71500" y="168131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